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7"/>
  </p:notesMasterIdLst>
  <p:handoutMasterIdLst>
    <p:handoutMasterId r:id="rId8"/>
  </p:handoutMasterIdLst>
  <p:sldIdLst>
    <p:sldId id="953" r:id="rId5"/>
    <p:sldId id="954" r:id="rId6"/>
  </p:sldIdLst>
  <p:sldSz cx="17559338" cy="9875838"/>
  <p:notesSz cx="6858000" cy="9144000"/>
  <p:defaultTextStyle>
    <a:defPPr>
      <a:defRPr lang="pt-BR"/>
    </a:defPPr>
    <a:lvl1pPr marL="0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4071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68143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2216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36287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0358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04429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88503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72574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632" userDrawn="1">
          <p15:clr>
            <a:srgbClr val="A4A3A4"/>
          </p15:clr>
        </p15:guide>
        <p15:guide id="18" pos="8297" userDrawn="1">
          <p15:clr>
            <a:srgbClr val="A4A3A4"/>
          </p15:clr>
        </p15:guide>
        <p15:guide id="19" pos="3421" userDrawn="1">
          <p15:clr>
            <a:srgbClr val="A4A3A4"/>
          </p15:clr>
        </p15:guide>
        <p15:guide id="22" orient="horz" pos="5197" userDrawn="1">
          <p15:clr>
            <a:srgbClr val="A4A3A4"/>
          </p15:clr>
        </p15:guide>
        <p15:guide id="23" orient="horz" pos="774" userDrawn="1">
          <p15:clr>
            <a:srgbClr val="A4A3A4"/>
          </p15:clr>
        </p15:guide>
        <p15:guide id="24" pos="5394" userDrawn="1">
          <p15:clr>
            <a:srgbClr val="A4A3A4"/>
          </p15:clr>
        </p15:guide>
        <p15:guide id="25" pos="518" userDrawn="1">
          <p15:clr>
            <a:srgbClr val="A4A3A4"/>
          </p15:clr>
        </p15:guide>
        <p15:guide id="26" pos="3217" userDrawn="1">
          <p15:clr>
            <a:srgbClr val="A4A3A4"/>
          </p15:clr>
        </p15:guide>
        <p15:guide id="27" orient="horz" pos="2022" userDrawn="1">
          <p15:clr>
            <a:srgbClr val="A4A3A4"/>
          </p15:clr>
        </p15:guide>
        <p15:guide id="28" pos="1448" userDrawn="1">
          <p15:clr>
            <a:srgbClr val="A4A3A4"/>
          </p15:clr>
        </p15:guide>
        <p15:guide id="29" pos="10770" userDrawn="1">
          <p15:clr>
            <a:srgbClr val="A4A3A4"/>
          </p15:clr>
        </p15:guide>
        <p15:guide id="30" pos="7481" userDrawn="1">
          <p15:clr>
            <a:srgbClr val="A4A3A4"/>
          </p15:clr>
        </p15:guide>
        <p15:guide id="31" pos="3126" userDrawn="1">
          <p15:clr>
            <a:srgbClr val="A4A3A4"/>
          </p15:clr>
        </p15:guide>
        <p15:guide id="32" pos="927" userDrawn="1">
          <p15:clr>
            <a:srgbClr val="A4A3A4"/>
          </p15:clr>
        </p15:guide>
        <p15:guide id="33" orient="horz" pos="3179" userDrawn="1">
          <p15:clr>
            <a:srgbClr val="A4A3A4"/>
          </p15:clr>
        </p15:guide>
        <p15:guide id="34" orient="horz" pos="5928" userDrawn="1">
          <p15:clr>
            <a:srgbClr val="A4A3A4"/>
          </p15:clr>
        </p15:guide>
        <p15:guide id="35" pos="4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0D21"/>
    <a:srgbClr val="CC092F"/>
    <a:srgbClr val="B81570"/>
    <a:srgbClr val="9D0D20"/>
    <a:srgbClr val="333B8F"/>
    <a:srgbClr val="333B70"/>
    <a:srgbClr val="252C75"/>
    <a:srgbClr val="7F0C1F"/>
    <a:srgbClr val="7F0D20"/>
    <a:srgbClr val="DE1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395" autoAdjust="0"/>
  </p:normalViewPr>
  <p:slideViewPr>
    <p:cSldViewPr snapToGrid="0">
      <p:cViewPr varScale="1">
        <p:scale>
          <a:sx n="57" d="100"/>
          <a:sy n="57" d="100"/>
        </p:scale>
        <p:origin x="874" y="77"/>
      </p:cViewPr>
      <p:guideLst>
        <p:guide orient="horz" pos="3632"/>
        <p:guide pos="8297"/>
        <p:guide pos="3421"/>
        <p:guide orient="horz" pos="5197"/>
        <p:guide orient="horz" pos="774"/>
        <p:guide pos="5394"/>
        <p:guide pos="518"/>
        <p:guide pos="3217"/>
        <p:guide orient="horz" pos="2022"/>
        <p:guide pos="1448"/>
        <p:guide pos="10770"/>
        <p:guide pos="7481"/>
        <p:guide pos="3126"/>
        <p:guide pos="927"/>
        <p:guide orient="horz" pos="3179"/>
        <p:guide orient="horz" pos="5928"/>
        <p:guide pos="4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GOMIDE DA SILVA MELLO" userId="4a712fa4-2329-4cb2-a7aa-ab538fdbc327" providerId="ADAL" clId="{A50F5D90-A605-4C67-896F-557887F7F894}"/>
    <pc:docChg chg="undo custSel addSld modSld">
      <pc:chgData name="FELIPE GOMIDE DA SILVA MELLO" userId="4a712fa4-2329-4cb2-a7aa-ab538fdbc327" providerId="ADAL" clId="{A50F5D90-A605-4C67-896F-557887F7F894}" dt="2026-10-20T14:19:57.833" v="1611" actId="478"/>
      <pc:docMkLst>
        <pc:docMk/>
      </pc:docMkLst>
      <pc:sldChg chg="addSp delSp modSp mod">
        <pc:chgData name="FELIPE GOMIDE DA SILVA MELLO" userId="4a712fa4-2329-4cb2-a7aa-ab538fdbc327" providerId="ADAL" clId="{A50F5D90-A605-4C67-896F-557887F7F894}" dt="2026-10-08T19:31:53.446" v="1575" actId="255"/>
        <pc:sldMkLst>
          <pc:docMk/>
          <pc:sldMk cId="1219425908" sldId="953"/>
        </pc:sldMkLst>
        <pc:spChg chg="mod">
          <ac:chgData name="FELIPE GOMIDE DA SILVA MELLO" userId="4a712fa4-2329-4cb2-a7aa-ab538fdbc327" providerId="ADAL" clId="{A50F5D90-A605-4C67-896F-557887F7F894}" dt="2026-10-06T11:52:26.316" v="0" actId="1076"/>
          <ac:spMkLst>
            <pc:docMk/>
            <pc:sldMk cId="1219425908" sldId="953"/>
            <ac:spMk id="2" creationId="{5B89C6D2-A695-48DF-BBA7-1E2E920BBD16}"/>
          </ac:spMkLst>
        </pc:spChg>
        <pc:spChg chg="mod">
          <ac:chgData name="FELIPE GOMIDE DA SILVA MELLO" userId="4a712fa4-2329-4cb2-a7aa-ab538fdbc327" providerId="ADAL" clId="{A50F5D90-A605-4C67-896F-557887F7F894}" dt="2026-10-08T19:16:31.617" v="39" actId="20577"/>
          <ac:spMkLst>
            <pc:docMk/>
            <pc:sldMk cId="1219425908" sldId="953"/>
            <ac:spMk id="6" creationId="{DADFA8CC-B7B5-41BA-8A67-132FC0D5E336}"/>
          </ac:spMkLst>
        </pc:spChg>
        <pc:spChg chg="mod">
          <ac:chgData name="FELIPE GOMIDE DA SILVA MELLO" userId="4a712fa4-2329-4cb2-a7aa-ab538fdbc327" providerId="ADAL" clId="{A50F5D90-A605-4C67-896F-557887F7F894}" dt="2026-10-08T19:16:54.940" v="74" actId="20577"/>
          <ac:spMkLst>
            <pc:docMk/>
            <pc:sldMk cId="1219425908" sldId="953"/>
            <ac:spMk id="7" creationId="{9BFF6E9D-9500-41E0-BFC2-39E511431A39}"/>
          </ac:spMkLst>
        </pc:spChg>
        <pc:spChg chg="mod">
          <ac:chgData name="FELIPE GOMIDE DA SILVA MELLO" userId="4a712fa4-2329-4cb2-a7aa-ab538fdbc327" providerId="ADAL" clId="{A50F5D90-A605-4C67-896F-557887F7F894}" dt="2026-10-08T19:17:03.862" v="77" actId="113"/>
          <ac:spMkLst>
            <pc:docMk/>
            <pc:sldMk cId="1219425908" sldId="953"/>
            <ac:spMk id="8" creationId="{35CEF13A-53CC-4BB3-BE8E-48A6CF48564E}"/>
          </ac:spMkLst>
        </pc:spChg>
        <pc:spChg chg="mod">
          <ac:chgData name="FELIPE GOMIDE DA SILVA MELLO" userId="4a712fa4-2329-4cb2-a7aa-ab538fdbc327" providerId="ADAL" clId="{A50F5D90-A605-4C67-896F-557887F7F894}" dt="2026-10-08T19:31:53.446" v="1575" actId="255"/>
          <ac:spMkLst>
            <pc:docMk/>
            <pc:sldMk cId="1219425908" sldId="953"/>
            <ac:spMk id="13" creationId="{4EA342BC-8DC9-4C6D-B73E-0031E784D5C8}"/>
          </ac:spMkLst>
        </pc:spChg>
        <pc:spChg chg="mod">
          <ac:chgData name="FELIPE GOMIDE DA SILVA MELLO" userId="4a712fa4-2329-4cb2-a7aa-ab538fdbc327" providerId="ADAL" clId="{A50F5D90-A605-4C67-896F-557887F7F894}" dt="2026-10-08T19:17:18.232" v="80" actId="20577"/>
          <ac:spMkLst>
            <pc:docMk/>
            <pc:sldMk cId="1219425908" sldId="953"/>
            <ac:spMk id="20" creationId="{09A20BB5-0721-4CB9-A465-DBBC914478AB}"/>
          </ac:spMkLst>
        </pc:spChg>
      </pc:sldChg>
      <pc:sldChg chg="addSp delSp modSp new mod">
        <pc:chgData name="FELIPE GOMIDE DA SILVA MELLO" userId="4a712fa4-2329-4cb2-a7aa-ab538fdbc327" providerId="ADAL" clId="{A50F5D90-A605-4C67-896F-557887F7F894}" dt="2026-10-20T14:19:57.833" v="1611" actId="478"/>
        <pc:sldMkLst>
          <pc:docMk/>
          <pc:sldMk cId="3147520723" sldId="954"/>
        </pc:sldMkLst>
        <pc:spChg chg="add del mod">
          <ac:chgData name="FELIPE GOMIDE DA SILVA MELLO" userId="4a712fa4-2329-4cb2-a7aa-ab538fdbc327" providerId="ADAL" clId="{A50F5D90-A605-4C67-896F-557887F7F894}" dt="2026-10-20T14:19:56.675" v="1610" actId="478"/>
          <ac:spMkLst>
            <pc:docMk/>
            <pc:sldMk cId="3147520723" sldId="954"/>
            <ac:spMk id="5" creationId="{A84A6E9D-DC8E-2496-F969-BFA61CAFF242}"/>
          </ac:spMkLst>
        </pc:spChg>
        <pc:spChg chg="add">
          <ac:chgData name="FELIPE GOMIDE DA SILVA MELLO" userId="4a712fa4-2329-4cb2-a7aa-ab538fdbc327" providerId="ADAL" clId="{A50F5D90-A605-4C67-896F-557887F7F894}" dt="2026-10-08T19:26:24.668" v="1150" actId="22"/>
          <ac:spMkLst>
            <pc:docMk/>
            <pc:sldMk cId="3147520723" sldId="954"/>
            <ac:spMk id="7" creationId="{E6E86609-7214-1D71-EAFE-7810AF842976}"/>
          </ac:spMkLst>
        </pc:spChg>
        <pc:spChg chg="add">
          <ac:chgData name="FELIPE GOMIDE DA SILVA MELLO" userId="4a712fa4-2329-4cb2-a7aa-ab538fdbc327" providerId="ADAL" clId="{A50F5D90-A605-4C67-896F-557887F7F894}" dt="2026-10-08T19:26:28.671" v="1152" actId="22"/>
          <ac:spMkLst>
            <pc:docMk/>
            <pc:sldMk cId="3147520723" sldId="954"/>
            <ac:spMk id="9" creationId="{ED438BAF-FB7D-D39C-D4D9-75B1260483F5}"/>
          </ac:spMkLst>
        </pc:spChg>
        <pc:spChg chg="add">
          <ac:chgData name="FELIPE GOMIDE DA SILVA MELLO" userId="4a712fa4-2329-4cb2-a7aa-ab538fdbc327" providerId="ADAL" clId="{A50F5D90-A605-4C67-896F-557887F7F894}" dt="2026-10-08T19:26:34.499" v="1154" actId="22"/>
          <ac:spMkLst>
            <pc:docMk/>
            <pc:sldMk cId="3147520723" sldId="954"/>
            <ac:spMk id="11" creationId="{55B48B4D-24F1-19B3-F294-24B6698A6C48}"/>
          </ac:spMkLst>
        </pc:spChg>
        <pc:spChg chg="add">
          <ac:chgData name="FELIPE GOMIDE DA SILVA MELLO" userId="4a712fa4-2329-4cb2-a7aa-ab538fdbc327" providerId="ADAL" clId="{A50F5D90-A605-4C67-896F-557887F7F894}" dt="2026-10-08T19:26:38.811" v="1156" actId="22"/>
          <ac:spMkLst>
            <pc:docMk/>
            <pc:sldMk cId="3147520723" sldId="954"/>
            <ac:spMk id="13" creationId="{E1DC6A90-F952-EBD8-8B8D-B618310D05D4}"/>
          </ac:spMkLst>
        </pc:spChg>
        <pc:spChg chg="add del mod">
          <ac:chgData name="FELIPE GOMIDE DA SILVA MELLO" userId="4a712fa4-2329-4cb2-a7aa-ab538fdbc327" providerId="ADAL" clId="{A50F5D90-A605-4C67-896F-557887F7F894}" dt="2026-10-20T14:19:57.833" v="1611" actId="478"/>
          <ac:spMkLst>
            <pc:docMk/>
            <pc:sldMk cId="3147520723" sldId="954"/>
            <ac:spMk id="15" creationId="{37C74918-07EE-1983-FE51-A760F600AE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99289DC-BCA3-4417-A0A3-6CE00CB980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805F2C-F20E-4C0C-8429-DAAA130FDA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F73A6-99F5-4F89-8544-6BB06C2D42F3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3E1FEB-913A-456F-8820-4182D51375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25DFC4-B8A2-4103-9250-2AB4E4646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4C97-96B8-458A-95C2-D40A3871D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256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A187A-9E05-964C-A4CA-3DBC0BC1C857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29E9A-FD1A-9D40-B596-0E8C8B4E631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0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84071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368143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2052216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736287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420358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4104429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788503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472574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36344946-3C5C-7A44-AA9E-A73C900761E9}"/>
              </a:ext>
            </a:extLst>
          </p:cNvPr>
          <p:cNvSpPr/>
          <p:nvPr userDrawn="1"/>
        </p:nvSpPr>
        <p:spPr>
          <a:xfrm>
            <a:off x="-2" y="12768"/>
            <a:ext cx="14581415" cy="986307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Freeform 5">
            <a:extLst>
              <a:ext uri="{FF2B5EF4-FFF2-40B4-BE49-F238E27FC236}">
                <a16:creationId xmlns:a16="http://schemas.microsoft.com/office/drawing/2014/main" id="{E86095B0-113D-472D-924D-BEDE97DE382E}"/>
              </a:ext>
            </a:extLst>
          </p:cNvPr>
          <p:cNvSpPr>
            <a:spLocks/>
          </p:cNvSpPr>
          <p:nvPr userDrawn="1"/>
        </p:nvSpPr>
        <p:spPr bwMode="auto">
          <a:xfrm>
            <a:off x="-1" y="7572986"/>
            <a:ext cx="2068140" cy="2302826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5C221612-8293-E246-AA77-21401152CE10}"/>
              </a:ext>
            </a:extLst>
          </p:cNvPr>
          <p:cNvSpPr>
            <a:spLocks/>
          </p:cNvSpPr>
          <p:nvPr userDrawn="1"/>
        </p:nvSpPr>
        <p:spPr bwMode="auto">
          <a:xfrm>
            <a:off x="2860775" y="6429102"/>
            <a:ext cx="5882183" cy="6549674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6E27587E-01A1-40B5-8A20-3A547B17701C}"/>
              </a:ext>
            </a:extLst>
          </p:cNvPr>
          <p:cNvSpPr/>
          <p:nvPr userDrawn="1"/>
        </p:nvSpPr>
        <p:spPr>
          <a:xfrm rot="16200000">
            <a:off x="6382721" y="-1300779"/>
            <a:ext cx="8202670" cy="14150563"/>
          </a:xfrm>
          <a:prstGeom prst="rtTriangle">
            <a:avLst/>
          </a:prstGeom>
          <a:solidFill>
            <a:srgbClr val="CC092F"/>
          </a:solidFill>
          <a:ln>
            <a:noFill/>
          </a:ln>
          <a:effectLst>
            <a:outerShdw blurRad="495300" dist="38100" dir="10800000" sx="104000" sy="104000" algn="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3DE6F4E-2DA8-416D-B424-C45A41FE6F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84275" y="623862"/>
            <a:ext cx="3273213" cy="5201966"/>
            <a:chOff x="-12" y="3333"/>
            <a:chExt cx="2606" cy="4070"/>
          </a:xfrm>
        </p:grpSpPr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F8156AAC-3FB1-4E3F-A437-F8DBA1E20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357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354895F8-687E-41A8-95D1-8EFA56F83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68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B52D2CD8-7437-4746-B1A0-FB08E989E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" y="380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AF1E9562-4C54-4853-A23D-8B44CFDF5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33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84B377F-4D6E-4F68-8CF5-EB5C19345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" y="4162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1774B3D7-9AD4-437D-A832-12C0DC9AF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2" y="392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D3B518CB-0168-4ACA-AF35-9E5EB2924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" y="404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00C08705-4710-46DF-A03B-C087B3032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" y="3451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70A3BD29-ACC0-4E34-858C-5B8C4E883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5934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6C575F51-ACB6-4B06-8F2B-E4EFA279B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" y="5816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A03B54D-75BC-4281-BF11-52A3E9781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" y="5579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352386AE-D746-46A2-949B-09B399898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69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B7E84043-D65B-43B0-9A76-B64DD7558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279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30FAEF7A-20EF-4481-AF11-0C3AEAA57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397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D2046D63-9AE8-4E81-8AD2-3C0D08573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10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47CB488C-4DB3-4CC3-81C2-D60AD8E65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342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6CB3C379-9C5C-4822-AA44-F43D28913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51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E1C139B8-1EDD-43EC-8077-ABEF386F87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633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65932491-6CD5-44EC-AE6C-17D1E8027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75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D786E963-DD7B-48BD-A63F-1ED8F51E2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86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ECE16A1D-7B10-4C9A-82DE-E9D908743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98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708316FC-BDB4-415F-A2CE-CD4117E60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22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FF5823B2-77D5-4B0D-8CE9-28729742C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46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53" name="Triângulo Retângulo 10">
            <a:extLst>
              <a:ext uri="{FF2B5EF4-FFF2-40B4-BE49-F238E27FC236}">
                <a16:creationId xmlns:a16="http://schemas.microsoft.com/office/drawing/2014/main" id="{4496CF6B-AE10-40D2-88E4-B8B74FCF9AC9}"/>
              </a:ext>
            </a:extLst>
          </p:cNvPr>
          <p:cNvSpPr/>
          <p:nvPr userDrawn="1"/>
        </p:nvSpPr>
        <p:spPr>
          <a:xfrm rot="10094551">
            <a:off x="13846508" y="2006262"/>
            <a:ext cx="4113567" cy="3539839"/>
          </a:xfrm>
          <a:custGeom>
            <a:avLst/>
            <a:gdLst>
              <a:gd name="connsiteX0" fmla="*/ 0 w 3868041"/>
              <a:gd name="connsiteY0" fmla="*/ 4432970 h 4432970"/>
              <a:gd name="connsiteX1" fmla="*/ 0 w 3868041"/>
              <a:gd name="connsiteY1" fmla="*/ 0 h 4432970"/>
              <a:gd name="connsiteX2" fmla="*/ 3868041 w 3868041"/>
              <a:gd name="connsiteY2" fmla="*/ 4432970 h 4432970"/>
              <a:gd name="connsiteX3" fmla="*/ 0 w 3868041"/>
              <a:gd name="connsiteY3" fmla="*/ 4432970 h 4432970"/>
              <a:gd name="connsiteX0" fmla="*/ 0 w 4113567"/>
              <a:gd name="connsiteY0" fmla="*/ 4432970 h 4432970"/>
              <a:gd name="connsiteX1" fmla="*/ 0 w 4113567"/>
              <a:gd name="connsiteY1" fmla="*/ 0 h 4432970"/>
              <a:gd name="connsiteX2" fmla="*/ 4113567 w 4113567"/>
              <a:gd name="connsiteY2" fmla="*/ 3023207 h 4432970"/>
              <a:gd name="connsiteX3" fmla="*/ 0 w 4113567"/>
              <a:gd name="connsiteY3" fmla="*/ 4432970 h 4432970"/>
              <a:gd name="connsiteX0" fmla="*/ 0 w 4113567"/>
              <a:gd name="connsiteY0" fmla="*/ 4020945 h 4020945"/>
              <a:gd name="connsiteX1" fmla="*/ 944034 w 4113567"/>
              <a:gd name="connsiteY1" fmla="*/ 0 h 4020945"/>
              <a:gd name="connsiteX2" fmla="*/ 4113567 w 4113567"/>
              <a:gd name="connsiteY2" fmla="*/ 2611182 h 4020945"/>
              <a:gd name="connsiteX3" fmla="*/ 0 w 4113567"/>
              <a:gd name="connsiteY3" fmla="*/ 4020945 h 4020945"/>
              <a:gd name="connsiteX0" fmla="*/ 0 w 4113567"/>
              <a:gd name="connsiteY0" fmla="*/ 3442311 h 3442311"/>
              <a:gd name="connsiteX1" fmla="*/ 847549 w 4113567"/>
              <a:gd name="connsiteY1" fmla="*/ 0 h 3442311"/>
              <a:gd name="connsiteX2" fmla="*/ 4113567 w 4113567"/>
              <a:gd name="connsiteY2" fmla="*/ 2032548 h 3442311"/>
              <a:gd name="connsiteX3" fmla="*/ 0 w 4113567"/>
              <a:gd name="connsiteY3" fmla="*/ 3442311 h 3442311"/>
              <a:gd name="connsiteX0" fmla="*/ 0 w 4113567"/>
              <a:gd name="connsiteY0" fmla="*/ 3406892 h 3406892"/>
              <a:gd name="connsiteX1" fmla="*/ 672537 w 4113567"/>
              <a:gd name="connsiteY1" fmla="*/ 0 h 3406892"/>
              <a:gd name="connsiteX2" fmla="*/ 4113567 w 4113567"/>
              <a:gd name="connsiteY2" fmla="*/ 1997129 h 3406892"/>
              <a:gd name="connsiteX3" fmla="*/ 0 w 4113567"/>
              <a:gd name="connsiteY3" fmla="*/ 3406892 h 3406892"/>
              <a:gd name="connsiteX0" fmla="*/ 0 w 4113567"/>
              <a:gd name="connsiteY0" fmla="*/ 3539839 h 3539839"/>
              <a:gd name="connsiteX1" fmla="*/ 724156 w 4113567"/>
              <a:gd name="connsiteY1" fmla="*/ 0 h 3539839"/>
              <a:gd name="connsiteX2" fmla="*/ 4113567 w 4113567"/>
              <a:gd name="connsiteY2" fmla="*/ 2130076 h 3539839"/>
              <a:gd name="connsiteX3" fmla="*/ 0 w 4113567"/>
              <a:gd name="connsiteY3" fmla="*/ 3539839 h 353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3567" h="3539839">
                <a:moveTo>
                  <a:pt x="0" y="3539839"/>
                </a:moveTo>
                <a:lnTo>
                  <a:pt x="724156" y="0"/>
                </a:lnTo>
                <a:lnTo>
                  <a:pt x="4113567" y="2130076"/>
                </a:lnTo>
                <a:lnTo>
                  <a:pt x="0" y="3539839"/>
                </a:lnTo>
                <a:close/>
              </a:path>
            </a:pathLst>
          </a:custGeom>
          <a:solidFill>
            <a:srgbClr val="9D1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riângulo Retângulo 53">
            <a:extLst>
              <a:ext uri="{FF2B5EF4-FFF2-40B4-BE49-F238E27FC236}">
                <a16:creationId xmlns:a16="http://schemas.microsoft.com/office/drawing/2014/main" id="{A13E765C-F6D8-417A-9CA9-4665526D2DF6}"/>
              </a:ext>
            </a:extLst>
          </p:cNvPr>
          <p:cNvSpPr/>
          <p:nvPr userDrawn="1"/>
        </p:nvSpPr>
        <p:spPr>
          <a:xfrm rot="10800000">
            <a:off x="8362617" y="1"/>
            <a:ext cx="9196721" cy="5226346"/>
          </a:xfrm>
          <a:prstGeom prst="rtTriangle">
            <a:avLst/>
          </a:prstGeom>
          <a:gradFill flip="none" rotWithShape="1">
            <a:gsLst>
              <a:gs pos="0">
                <a:srgbClr val="CC092F"/>
              </a:gs>
              <a:gs pos="40000">
                <a:srgbClr val="CC092F"/>
              </a:gs>
              <a:gs pos="65000">
                <a:srgbClr val="CC092F"/>
              </a:gs>
              <a:gs pos="90000">
                <a:schemeClr val="accent2"/>
              </a:gs>
            </a:gsLst>
            <a:lin ang="13800000" scaled="0"/>
            <a:tileRect/>
          </a:gradFill>
          <a:ln>
            <a:noFill/>
          </a:ln>
          <a:effectLst>
            <a:outerShdw blurRad="381000" dist="38100" dir="8100000" sx="107000" sy="107000" algn="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C103107A-6CA8-CE45-840B-3394C3654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437" y="8244974"/>
            <a:ext cx="3769679" cy="1223132"/>
          </a:xfrm>
          <a:prstGeom prst="rect">
            <a:avLst/>
          </a:prstGeom>
        </p:spPr>
      </p:pic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E2A19EB4-3BB0-4594-A588-0BCCF886C1F5}"/>
              </a:ext>
            </a:extLst>
          </p:cNvPr>
          <p:cNvCxnSpPr>
            <a:cxnSpLocks/>
          </p:cNvCxnSpPr>
          <p:nvPr userDrawn="1"/>
        </p:nvCxnSpPr>
        <p:spPr>
          <a:xfrm flipH="1">
            <a:off x="5667891" y="-1334415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2A19EB4-3BB0-4594-A588-0BCCF886C1F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18582" y="-38862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32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SUB 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E0443988-D76D-C74C-A302-6B9FD90B3674}"/>
              </a:ext>
            </a:extLst>
          </p:cNvPr>
          <p:cNvSpPr/>
          <p:nvPr userDrawn="1"/>
        </p:nvSpPr>
        <p:spPr>
          <a:xfrm rot="10800000">
            <a:off x="5063066" y="-8062"/>
            <a:ext cx="12496270" cy="988390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riângulo Retângulo 34">
            <a:extLst>
              <a:ext uri="{FF2B5EF4-FFF2-40B4-BE49-F238E27FC236}">
                <a16:creationId xmlns:a16="http://schemas.microsoft.com/office/drawing/2014/main" id="{31EBF8B1-16F3-6144-B8BE-3F5E7120C95E}"/>
              </a:ext>
            </a:extLst>
          </p:cNvPr>
          <p:cNvSpPr/>
          <p:nvPr userDrawn="1"/>
        </p:nvSpPr>
        <p:spPr>
          <a:xfrm rot="16200000" flipH="1" flipV="1">
            <a:off x="2972106" y="-2972616"/>
            <a:ext cx="8202670" cy="14150563"/>
          </a:xfrm>
          <a:prstGeom prst="rtTriangle">
            <a:avLst/>
          </a:prstGeom>
          <a:gradFill>
            <a:gsLst>
              <a:gs pos="65000">
                <a:schemeClr val="accent1"/>
              </a:gs>
              <a:gs pos="40000">
                <a:schemeClr val="accent1"/>
              </a:gs>
              <a:gs pos="0">
                <a:schemeClr val="accent1"/>
              </a:gs>
              <a:gs pos="90000">
                <a:srgbClr val="B81570"/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Retângulo 10">
            <a:extLst>
              <a:ext uri="{FF2B5EF4-FFF2-40B4-BE49-F238E27FC236}">
                <a16:creationId xmlns:a16="http://schemas.microsoft.com/office/drawing/2014/main" id="{226CF5F1-548C-FA40-AE2A-1EC382FA43F2}"/>
              </a:ext>
            </a:extLst>
          </p:cNvPr>
          <p:cNvSpPr/>
          <p:nvPr userDrawn="1"/>
        </p:nvSpPr>
        <p:spPr>
          <a:xfrm rot="11505449" flipH="1">
            <a:off x="-383339" y="1953560"/>
            <a:ext cx="4113567" cy="3539839"/>
          </a:xfrm>
          <a:custGeom>
            <a:avLst/>
            <a:gdLst>
              <a:gd name="connsiteX0" fmla="*/ 0 w 3868041"/>
              <a:gd name="connsiteY0" fmla="*/ 4432970 h 4432970"/>
              <a:gd name="connsiteX1" fmla="*/ 0 w 3868041"/>
              <a:gd name="connsiteY1" fmla="*/ 0 h 4432970"/>
              <a:gd name="connsiteX2" fmla="*/ 3868041 w 3868041"/>
              <a:gd name="connsiteY2" fmla="*/ 4432970 h 4432970"/>
              <a:gd name="connsiteX3" fmla="*/ 0 w 3868041"/>
              <a:gd name="connsiteY3" fmla="*/ 4432970 h 4432970"/>
              <a:gd name="connsiteX0" fmla="*/ 0 w 4113567"/>
              <a:gd name="connsiteY0" fmla="*/ 4432970 h 4432970"/>
              <a:gd name="connsiteX1" fmla="*/ 0 w 4113567"/>
              <a:gd name="connsiteY1" fmla="*/ 0 h 4432970"/>
              <a:gd name="connsiteX2" fmla="*/ 4113567 w 4113567"/>
              <a:gd name="connsiteY2" fmla="*/ 3023207 h 4432970"/>
              <a:gd name="connsiteX3" fmla="*/ 0 w 4113567"/>
              <a:gd name="connsiteY3" fmla="*/ 4432970 h 4432970"/>
              <a:gd name="connsiteX0" fmla="*/ 0 w 4113567"/>
              <a:gd name="connsiteY0" fmla="*/ 4020945 h 4020945"/>
              <a:gd name="connsiteX1" fmla="*/ 944034 w 4113567"/>
              <a:gd name="connsiteY1" fmla="*/ 0 h 4020945"/>
              <a:gd name="connsiteX2" fmla="*/ 4113567 w 4113567"/>
              <a:gd name="connsiteY2" fmla="*/ 2611182 h 4020945"/>
              <a:gd name="connsiteX3" fmla="*/ 0 w 4113567"/>
              <a:gd name="connsiteY3" fmla="*/ 4020945 h 4020945"/>
              <a:gd name="connsiteX0" fmla="*/ 0 w 4113567"/>
              <a:gd name="connsiteY0" fmla="*/ 3442311 h 3442311"/>
              <a:gd name="connsiteX1" fmla="*/ 847549 w 4113567"/>
              <a:gd name="connsiteY1" fmla="*/ 0 h 3442311"/>
              <a:gd name="connsiteX2" fmla="*/ 4113567 w 4113567"/>
              <a:gd name="connsiteY2" fmla="*/ 2032548 h 3442311"/>
              <a:gd name="connsiteX3" fmla="*/ 0 w 4113567"/>
              <a:gd name="connsiteY3" fmla="*/ 3442311 h 3442311"/>
              <a:gd name="connsiteX0" fmla="*/ 0 w 4113567"/>
              <a:gd name="connsiteY0" fmla="*/ 3406892 h 3406892"/>
              <a:gd name="connsiteX1" fmla="*/ 672537 w 4113567"/>
              <a:gd name="connsiteY1" fmla="*/ 0 h 3406892"/>
              <a:gd name="connsiteX2" fmla="*/ 4113567 w 4113567"/>
              <a:gd name="connsiteY2" fmla="*/ 1997129 h 3406892"/>
              <a:gd name="connsiteX3" fmla="*/ 0 w 4113567"/>
              <a:gd name="connsiteY3" fmla="*/ 3406892 h 3406892"/>
              <a:gd name="connsiteX0" fmla="*/ 0 w 4113567"/>
              <a:gd name="connsiteY0" fmla="*/ 3539839 h 3539839"/>
              <a:gd name="connsiteX1" fmla="*/ 724156 w 4113567"/>
              <a:gd name="connsiteY1" fmla="*/ 0 h 3539839"/>
              <a:gd name="connsiteX2" fmla="*/ 4113567 w 4113567"/>
              <a:gd name="connsiteY2" fmla="*/ 2130076 h 3539839"/>
              <a:gd name="connsiteX3" fmla="*/ 0 w 4113567"/>
              <a:gd name="connsiteY3" fmla="*/ 3539839 h 353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3567" h="3539839">
                <a:moveTo>
                  <a:pt x="0" y="3539839"/>
                </a:moveTo>
                <a:lnTo>
                  <a:pt x="724156" y="0"/>
                </a:lnTo>
                <a:lnTo>
                  <a:pt x="4113567" y="2130076"/>
                </a:lnTo>
                <a:lnTo>
                  <a:pt x="0" y="3539839"/>
                </a:lnTo>
                <a:close/>
              </a:path>
            </a:pathLst>
          </a:custGeom>
          <a:solidFill>
            <a:srgbClr val="B81570">
              <a:alpha val="6400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Triângulo Retângulo 36">
            <a:extLst>
              <a:ext uri="{FF2B5EF4-FFF2-40B4-BE49-F238E27FC236}">
                <a16:creationId xmlns:a16="http://schemas.microsoft.com/office/drawing/2014/main" id="{B0566057-DB29-9740-B525-0B80C40F5D39}"/>
              </a:ext>
            </a:extLst>
          </p:cNvPr>
          <p:cNvSpPr/>
          <p:nvPr userDrawn="1"/>
        </p:nvSpPr>
        <p:spPr>
          <a:xfrm rot="10800000" flipH="1" flipV="1">
            <a:off x="-1841" y="2281655"/>
            <a:ext cx="13317174" cy="7567932"/>
          </a:xfrm>
          <a:prstGeom prst="rtTriangle">
            <a:avLst/>
          </a:prstGeom>
          <a:gradFill>
            <a:gsLst>
              <a:gs pos="0">
                <a:schemeClr val="accent1"/>
              </a:gs>
              <a:gs pos="90000">
                <a:schemeClr val="accent2"/>
              </a:gs>
              <a:gs pos="40000">
                <a:schemeClr val="accent1"/>
              </a:gs>
              <a:gs pos="65000">
                <a:schemeClr val="accent1"/>
              </a:gs>
            </a:gsLst>
            <a:lin ang="7200000" scaled="0"/>
          </a:gradFill>
          <a:ln>
            <a:noFill/>
          </a:ln>
          <a:effectLst>
            <a:outerShdw blurRad="533400" dist="38100" sx="109000" sy="109000" algn="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C013BA4B-AF4B-B849-A26B-6B32F3875B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437" y="8244974"/>
            <a:ext cx="3769679" cy="1223132"/>
          </a:xfrm>
          <a:prstGeom prst="rect">
            <a:avLst/>
          </a:prstGeom>
        </p:spPr>
      </p:pic>
      <p:sp>
        <p:nvSpPr>
          <p:cNvPr id="39" name="Freeform 5">
            <a:extLst>
              <a:ext uri="{FF2B5EF4-FFF2-40B4-BE49-F238E27FC236}">
                <a16:creationId xmlns:a16="http://schemas.microsoft.com/office/drawing/2014/main" id="{A5F6291F-4B69-B249-A199-522F8AFFB0A6}"/>
              </a:ext>
            </a:extLst>
          </p:cNvPr>
          <p:cNvSpPr>
            <a:spLocks/>
          </p:cNvSpPr>
          <p:nvPr userDrawn="1"/>
        </p:nvSpPr>
        <p:spPr bwMode="auto">
          <a:xfrm>
            <a:off x="15517098" y="0"/>
            <a:ext cx="2068140" cy="2302826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cxnSp>
        <p:nvCxnSpPr>
          <p:cNvPr id="40" name="Conector reto 54">
            <a:extLst>
              <a:ext uri="{FF2B5EF4-FFF2-40B4-BE49-F238E27FC236}">
                <a16:creationId xmlns:a16="http://schemas.microsoft.com/office/drawing/2014/main" id="{BBCAB7EC-17D0-3B42-8F20-9D3857D3A18B}"/>
              </a:ext>
            </a:extLst>
          </p:cNvPr>
          <p:cNvCxnSpPr>
            <a:cxnSpLocks/>
          </p:cNvCxnSpPr>
          <p:nvPr userDrawn="1"/>
        </p:nvCxnSpPr>
        <p:spPr>
          <a:xfrm flipH="1">
            <a:off x="11255733" y="-1307982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55">
            <a:extLst>
              <a:ext uri="{FF2B5EF4-FFF2-40B4-BE49-F238E27FC236}">
                <a16:creationId xmlns:a16="http://schemas.microsoft.com/office/drawing/2014/main" id="{86C22EE3-A8F2-0040-9D4E-5074FEC2CD77}"/>
              </a:ext>
            </a:extLst>
          </p:cNvPr>
          <p:cNvCxnSpPr>
            <a:cxnSpLocks/>
          </p:cNvCxnSpPr>
          <p:nvPr userDrawn="1"/>
        </p:nvCxnSpPr>
        <p:spPr>
          <a:xfrm flipH="1">
            <a:off x="9846054" y="-738831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8">
            <a:extLst>
              <a:ext uri="{FF2B5EF4-FFF2-40B4-BE49-F238E27FC236}">
                <a16:creationId xmlns:a16="http://schemas.microsoft.com/office/drawing/2014/main" id="{9ABC92F8-89AE-124B-A97D-60E6E80EE04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716465" y="4937919"/>
            <a:ext cx="2714275" cy="4313672"/>
            <a:chOff x="-12" y="3333"/>
            <a:chExt cx="2606" cy="4070"/>
          </a:xfrm>
        </p:grpSpPr>
        <p:sp>
          <p:nvSpPr>
            <p:cNvPr id="43" name="Line 29">
              <a:extLst>
                <a:ext uri="{FF2B5EF4-FFF2-40B4-BE49-F238E27FC236}">
                  <a16:creationId xmlns:a16="http://schemas.microsoft.com/office/drawing/2014/main" id="{67DC2A0C-5C3F-2C40-B003-90FECC417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357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4" name="Line 30">
              <a:extLst>
                <a:ext uri="{FF2B5EF4-FFF2-40B4-BE49-F238E27FC236}">
                  <a16:creationId xmlns:a16="http://schemas.microsoft.com/office/drawing/2014/main" id="{BB20E1CD-6696-D144-9EED-673D49CD1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68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5E319C3E-F1DC-7A4E-B160-91339001D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" y="380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F7ED6E84-E912-3140-A038-02F210045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33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7" name="Line 33">
              <a:extLst>
                <a:ext uri="{FF2B5EF4-FFF2-40B4-BE49-F238E27FC236}">
                  <a16:creationId xmlns:a16="http://schemas.microsoft.com/office/drawing/2014/main" id="{45330161-6917-F243-BC1D-C82229E49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" y="4162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3011B5CD-0F6D-8145-82A2-BC06DDA96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2" y="392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9" name="Line 35">
              <a:extLst>
                <a:ext uri="{FF2B5EF4-FFF2-40B4-BE49-F238E27FC236}">
                  <a16:creationId xmlns:a16="http://schemas.microsoft.com/office/drawing/2014/main" id="{D148D094-1D68-F84C-98D9-1706E23D1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" y="404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50" name="Line 36">
              <a:extLst>
                <a:ext uri="{FF2B5EF4-FFF2-40B4-BE49-F238E27FC236}">
                  <a16:creationId xmlns:a16="http://schemas.microsoft.com/office/drawing/2014/main" id="{E49B335C-04FF-5746-BADD-E50B4D465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" y="3451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51" name="Line 37">
              <a:extLst>
                <a:ext uri="{FF2B5EF4-FFF2-40B4-BE49-F238E27FC236}">
                  <a16:creationId xmlns:a16="http://schemas.microsoft.com/office/drawing/2014/main" id="{71EC37DF-C975-1747-BC2D-193750472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5934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2" name="Line 38">
              <a:extLst>
                <a:ext uri="{FF2B5EF4-FFF2-40B4-BE49-F238E27FC236}">
                  <a16:creationId xmlns:a16="http://schemas.microsoft.com/office/drawing/2014/main" id="{01F4B6DC-D76E-FB40-A556-A2C877473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" y="5816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2" name="Line 39">
              <a:extLst>
                <a:ext uri="{FF2B5EF4-FFF2-40B4-BE49-F238E27FC236}">
                  <a16:creationId xmlns:a16="http://schemas.microsoft.com/office/drawing/2014/main" id="{DA4B6E76-7B30-164E-88C7-0C7ABA475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" y="5579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3" name="Line 40">
              <a:extLst>
                <a:ext uri="{FF2B5EF4-FFF2-40B4-BE49-F238E27FC236}">
                  <a16:creationId xmlns:a16="http://schemas.microsoft.com/office/drawing/2014/main" id="{39EE7D36-305F-C944-85A9-6F4D40151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69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4" name="Line 41">
              <a:extLst>
                <a:ext uri="{FF2B5EF4-FFF2-40B4-BE49-F238E27FC236}">
                  <a16:creationId xmlns:a16="http://schemas.microsoft.com/office/drawing/2014/main" id="{2D6B1DEC-53D4-3C42-BB2B-DA4F6CEEE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279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5" name="Line 42">
              <a:extLst>
                <a:ext uri="{FF2B5EF4-FFF2-40B4-BE49-F238E27FC236}">
                  <a16:creationId xmlns:a16="http://schemas.microsoft.com/office/drawing/2014/main" id="{3067EB84-3C88-F045-923B-613538DC3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397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6" name="Line 43">
              <a:extLst>
                <a:ext uri="{FF2B5EF4-FFF2-40B4-BE49-F238E27FC236}">
                  <a16:creationId xmlns:a16="http://schemas.microsoft.com/office/drawing/2014/main" id="{5327AC89-851E-CE4C-88F1-E14D2518C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10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7" name="Line 44">
              <a:extLst>
                <a:ext uri="{FF2B5EF4-FFF2-40B4-BE49-F238E27FC236}">
                  <a16:creationId xmlns:a16="http://schemas.microsoft.com/office/drawing/2014/main" id="{BC94CCC9-C758-FD48-B3AA-C32000433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342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8" name="Line 45">
              <a:extLst>
                <a:ext uri="{FF2B5EF4-FFF2-40B4-BE49-F238E27FC236}">
                  <a16:creationId xmlns:a16="http://schemas.microsoft.com/office/drawing/2014/main" id="{F20C6608-C8C4-0D43-BA00-7B9282573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51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9" name="Line 46">
              <a:extLst>
                <a:ext uri="{FF2B5EF4-FFF2-40B4-BE49-F238E27FC236}">
                  <a16:creationId xmlns:a16="http://schemas.microsoft.com/office/drawing/2014/main" id="{B66E3A58-DE8C-1D45-B388-B3CECD8F3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633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0" name="Line 47">
              <a:extLst>
                <a:ext uri="{FF2B5EF4-FFF2-40B4-BE49-F238E27FC236}">
                  <a16:creationId xmlns:a16="http://schemas.microsoft.com/office/drawing/2014/main" id="{6132EF4C-3EAE-1748-9C3A-886870119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75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1" name="Line 48">
              <a:extLst>
                <a:ext uri="{FF2B5EF4-FFF2-40B4-BE49-F238E27FC236}">
                  <a16:creationId xmlns:a16="http://schemas.microsoft.com/office/drawing/2014/main" id="{F25D126C-A3EC-B848-A333-4BC2F5023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86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2" name="Line 49">
              <a:extLst>
                <a:ext uri="{FF2B5EF4-FFF2-40B4-BE49-F238E27FC236}">
                  <a16:creationId xmlns:a16="http://schemas.microsoft.com/office/drawing/2014/main" id="{0A592D9B-2D16-FA4B-895E-5EC6FF99E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98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3" name="Line 50">
              <a:extLst>
                <a:ext uri="{FF2B5EF4-FFF2-40B4-BE49-F238E27FC236}">
                  <a16:creationId xmlns:a16="http://schemas.microsoft.com/office/drawing/2014/main" id="{FFEA977D-EC34-E34E-943F-0559402B1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22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4" name="Line 51">
              <a:extLst>
                <a:ext uri="{FF2B5EF4-FFF2-40B4-BE49-F238E27FC236}">
                  <a16:creationId xmlns:a16="http://schemas.microsoft.com/office/drawing/2014/main" id="{D2D2FE80-97A4-014A-B286-8CB5E3298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46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3058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TEM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248EAB0-840E-504E-AE78-BE87B9C9527F}"/>
              </a:ext>
            </a:extLst>
          </p:cNvPr>
          <p:cNvSpPr/>
          <p:nvPr userDrawn="1"/>
        </p:nvSpPr>
        <p:spPr>
          <a:xfrm rot="10800000">
            <a:off x="-2" y="0"/>
            <a:ext cx="17559340" cy="124691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D5660D9-3346-4337-A3B4-74E7625F9979}"/>
              </a:ext>
            </a:extLst>
          </p:cNvPr>
          <p:cNvCxnSpPr>
            <a:cxnSpLocks/>
          </p:cNvCxnSpPr>
          <p:nvPr userDrawn="1"/>
        </p:nvCxnSpPr>
        <p:spPr>
          <a:xfrm flipV="1">
            <a:off x="-35170" y="327412"/>
            <a:ext cx="1299600" cy="9468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82AC81B2-2FE1-4408-BA7F-A4DFF6B5C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9624" y="252413"/>
            <a:ext cx="2267621" cy="735764"/>
          </a:xfrm>
          <a:prstGeom prst="rect">
            <a:avLst/>
          </a:prstGeom>
        </p:spPr>
      </p:pic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A9EF8BA8-BB71-40E9-BE51-B32E81019447}"/>
              </a:ext>
            </a:extLst>
          </p:cNvPr>
          <p:cNvSpPr/>
          <p:nvPr userDrawn="1"/>
        </p:nvSpPr>
        <p:spPr>
          <a:xfrm rot="16200000">
            <a:off x="16263609" y="8580107"/>
            <a:ext cx="1093308" cy="1498154"/>
          </a:xfrm>
          <a:prstGeom prst="rtTriangle">
            <a:avLst/>
          </a:prstGeom>
          <a:gradFill>
            <a:gsLst>
              <a:gs pos="80000">
                <a:srgbClr val="BE175A"/>
              </a:gs>
              <a:gs pos="99000">
                <a:srgbClr val="B81570"/>
              </a:gs>
              <a:gs pos="40000">
                <a:srgbClr val="CC092F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17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TEM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BEC7F82-0C7E-E941-8899-9F98A0FB6ABF}"/>
              </a:ext>
            </a:extLst>
          </p:cNvPr>
          <p:cNvSpPr/>
          <p:nvPr userDrawn="1"/>
        </p:nvSpPr>
        <p:spPr>
          <a:xfrm>
            <a:off x="-2" y="0"/>
            <a:ext cx="17559340" cy="9875838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DCEA7B28-2A44-493F-9D62-564CA196DF30}"/>
              </a:ext>
            </a:extLst>
          </p:cNvPr>
          <p:cNvSpPr/>
          <p:nvPr userDrawn="1"/>
        </p:nvSpPr>
        <p:spPr>
          <a:xfrm rot="16200000">
            <a:off x="16263609" y="8580107"/>
            <a:ext cx="1093308" cy="149815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D8A1D7-06CD-47AC-A009-9EE2EF0830F7}"/>
              </a:ext>
            </a:extLst>
          </p:cNvPr>
          <p:cNvSpPr/>
          <p:nvPr userDrawn="1"/>
        </p:nvSpPr>
        <p:spPr>
          <a:xfrm flipH="1">
            <a:off x="0" y="0"/>
            <a:ext cx="17559338" cy="1246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D5660D9-3346-4337-A3B4-74E7625F9979}"/>
              </a:ext>
            </a:extLst>
          </p:cNvPr>
          <p:cNvCxnSpPr>
            <a:cxnSpLocks/>
          </p:cNvCxnSpPr>
          <p:nvPr userDrawn="1"/>
        </p:nvCxnSpPr>
        <p:spPr>
          <a:xfrm flipV="1">
            <a:off x="-35170" y="327412"/>
            <a:ext cx="1299600" cy="946800"/>
          </a:xfrm>
          <a:prstGeom prst="line">
            <a:avLst/>
          </a:prstGeom>
          <a:ln w="25400">
            <a:solidFill>
              <a:srgbClr val="C10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7EAD4D75-08F5-D34C-8975-B0C6B4BF69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707" y="248762"/>
            <a:ext cx="2303069" cy="7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9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63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7" r:id="rId2"/>
    <p:sldLayoutId id="2147483678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B89C6D2-A695-48DF-BBA7-1E2E920BBD16}"/>
              </a:ext>
            </a:extLst>
          </p:cNvPr>
          <p:cNvSpPr txBox="1"/>
          <p:nvPr/>
        </p:nvSpPr>
        <p:spPr>
          <a:xfrm>
            <a:off x="1317297" y="360447"/>
            <a:ext cx="7853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Felipe Gomide da Silva Mello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BECE681-D850-44CA-A318-C541066F1F44}"/>
              </a:ext>
            </a:extLst>
          </p:cNvPr>
          <p:cNvSpPr/>
          <p:nvPr/>
        </p:nvSpPr>
        <p:spPr>
          <a:xfrm>
            <a:off x="198438" y="1303572"/>
            <a:ext cx="5520191" cy="5657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Nome colaborador:  </a:t>
            </a:r>
            <a:r>
              <a:rPr lang="pt-BR" sz="1400" dirty="0">
                <a:solidFill>
                  <a:schemeClr val="accent6">
                    <a:lumMod val="50000"/>
                  </a:schemeClr>
                </a:solidFill>
                <a:latin typeface="Bradesco Sans" panose="00000500000000000000" pitchFamily="2" charset="0"/>
              </a:rPr>
              <a:t>Felipe Gomide da Silva Mello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ADFA8CC-B7B5-41BA-8A67-132FC0D5E336}"/>
              </a:ext>
            </a:extLst>
          </p:cNvPr>
          <p:cNvSpPr/>
          <p:nvPr/>
        </p:nvSpPr>
        <p:spPr>
          <a:xfrm>
            <a:off x="5768118" y="1303572"/>
            <a:ext cx="3738412" cy="5657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Tempo de empresa: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4 Anos e 10 Meses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BFF6E9D-9500-41E0-BFC2-39E511431A39}"/>
              </a:ext>
            </a:extLst>
          </p:cNvPr>
          <p:cNvSpPr/>
          <p:nvPr/>
        </p:nvSpPr>
        <p:spPr>
          <a:xfrm>
            <a:off x="9556019" y="1303572"/>
            <a:ext cx="2851881" cy="5657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Função: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Infrastructure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Eng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||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5CEF13A-53CC-4BB3-BE8E-48A6CF48564E}"/>
              </a:ext>
            </a:extLst>
          </p:cNvPr>
          <p:cNvSpPr/>
          <p:nvPr/>
        </p:nvSpPr>
        <p:spPr>
          <a:xfrm>
            <a:off x="12457389" y="1303572"/>
            <a:ext cx="2592111" cy="5657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Tempo função: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1 Ano e 10 meses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CCEF3F6-BA63-4F10-B506-0825D668037C}"/>
              </a:ext>
            </a:extLst>
          </p:cNvPr>
          <p:cNvSpPr/>
          <p:nvPr/>
        </p:nvSpPr>
        <p:spPr>
          <a:xfrm>
            <a:off x="198438" y="1996604"/>
            <a:ext cx="17162462" cy="1513078"/>
          </a:xfrm>
          <a:prstGeom prst="roundRect">
            <a:avLst>
              <a:gd name="adj" fmla="val 29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Metas: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</a:rPr>
              <a:t>Contribuir com a inovação e melhoria na experiência de soluções digitais para os clientes Bradesco;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</a:rPr>
              <a:t>Avaliar e sugerir oportunidades de melhorias para ferramentas técnicas de uso diário;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</a:rPr>
              <a:t>Desenvolver competências técnicas e de liderança para alcançar novas oportunidades internas;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</a:rPr>
              <a:t>Aprimorar o conhecimento em idiomas (inglês) para buscar conhecimento em workshops/eventos internacionais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000" i="0" dirty="0">
              <a:solidFill>
                <a:schemeClr val="tx1">
                  <a:lumMod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EA342BC-8DC9-4C6D-B73E-0031E784D5C8}"/>
              </a:ext>
            </a:extLst>
          </p:cNvPr>
          <p:cNvSpPr/>
          <p:nvPr/>
        </p:nvSpPr>
        <p:spPr>
          <a:xfrm>
            <a:off x="198437" y="3755296"/>
            <a:ext cx="17162462" cy="7781173"/>
          </a:xfrm>
          <a:prstGeom prst="roundRect">
            <a:avLst>
              <a:gd name="adj" fmla="val 29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Projetos executados / Entregas com destaque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Entrega do projeto Mobile PF </a:t>
            </a:r>
            <a:r>
              <a:rPr lang="pt-BR" sz="1400" b="1" dirty="0">
                <a:solidFill>
                  <a:srgbClr val="0070C0"/>
                </a:solidFill>
              </a:rPr>
              <a:t>(Infra Azure) – </a:t>
            </a: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2023 à 2024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Criação da infra base para os ambientes Mobile PF</a:t>
            </a:r>
          </a:p>
          <a:p>
            <a:pPr marL="1653893" lvl="2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Home</a:t>
            </a:r>
          </a:p>
          <a:p>
            <a:pPr marL="1653893" lvl="2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GACB</a:t>
            </a:r>
          </a:p>
          <a:p>
            <a:pPr marL="1653893" lvl="2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Login</a:t>
            </a:r>
          </a:p>
          <a:p>
            <a:pPr marL="1653893" lvl="2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Saldo/Extrato</a:t>
            </a:r>
          </a:p>
          <a:p>
            <a:pPr marL="1653893" lvl="2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Sessão e Convivência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Pavimentação dos domínios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PlatCan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PlatTec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e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PlatFun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400" b="1" dirty="0">
                <a:solidFill>
                  <a:srgbClr val="0070C0"/>
                </a:solidFill>
              </a:rPr>
              <a:t>(Azure) </a:t>
            </a: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2023 à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SAP 4HANA </a:t>
            </a:r>
            <a:r>
              <a:rPr lang="pt-BR" sz="1400" b="1" dirty="0">
                <a:solidFill>
                  <a:srgbClr val="FFC000"/>
                </a:solidFill>
              </a:rPr>
              <a:t>(AWS) </a:t>
            </a: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2022 à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Device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Farm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– Esteira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IoS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400" b="1" dirty="0">
                <a:solidFill>
                  <a:srgbClr val="FFC000"/>
                </a:solidFill>
              </a:rPr>
              <a:t>(AWS)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2025 à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Landing Zone </a:t>
            </a:r>
            <a:r>
              <a:rPr lang="pt-BR" sz="1400" b="1" dirty="0">
                <a:solidFill>
                  <a:srgbClr val="FFC000"/>
                </a:solidFill>
              </a:rPr>
              <a:t>(AWS) </a:t>
            </a:r>
            <a:r>
              <a:rPr lang="pt-BR" sz="1400" b="1" dirty="0">
                <a:solidFill>
                  <a:schemeClr val="accent6">
                    <a:lumMod val="50000"/>
                  </a:schemeClr>
                </a:solidFill>
              </a:rPr>
              <a:t>2025 à 2026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Assesment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com AWS e times internos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Configuração e padronização de Infraestrutura via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terraform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AFT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Criação, configuração e padronização dos repositórios do AFT (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Account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customization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Global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Customization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Account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Request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) 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Criação de contas de pavimentação e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workloads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Criação de esteiras de network customizadas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Criação e distribuição de roles e SCPs via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terraform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Atualização do AWS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Control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Tower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Criação de recursos fundacionais como (DNS zone, VM AD,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bucket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para logs centralizados, alertas de monitoramento via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CloudWatch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pPr marL="969821" lvl="1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Bradesco Energia - Prospecção de preços de energia Bradesco Energia </a:t>
            </a:r>
            <a:r>
              <a:rPr lang="pt-BR" sz="1400" b="1" dirty="0">
                <a:solidFill>
                  <a:srgbClr val="FFC000"/>
                </a:solidFill>
              </a:rPr>
              <a:t>(AWS)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2025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9A20BB5-0721-4CB9-A465-DBBC914478AB}"/>
              </a:ext>
            </a:extLst>
          </p:cNvPr>
          <p:cNvSpPr/>
          <p:nvPr/>
        </p:nvSpPr>
        <p:spPr>
          <a:xfrm>
            <a:off x="15098989" y="1303572"/>
            <a:ext cx="2261911" cy="5657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42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E86609-7214-1D71-EAFE-7810AF842976}"/>
              </a:ext>
            </a:extLst>
          </p:cNvPr>
          <p:cNvSpPr/>
          <p:nvPr/>
        </p:nvSpPr>
        <p:spPr>
          <a:xfrm>
            <a:off x="6221091" y="3878848"/>
            <a:ext cx="5380266" cy="2487309"/>
          </a:xfrm>
          <a:prstGeom prst="roundRect">
            <a:avLst>
              <a:gd name="adj" fmla="val 29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Projetos em andamento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CIAM - AZURE</a:t>
            </a:r>
          </a:p>
          <a:p>
            <a:endParaRPr lang="pt-BR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438BAF-FB7D-D39C-D4D9-75B1260483F5}"/>
              </a:ext>
            </a:extLst>
          </p:cNvPr>
          <p:cNvSpPr/>
          <p:nvPr/>
        </p:nvSpPr>
        <p:spPr>
          <a:xfrm>
            <a:off x="11734800" y="3868032"/>
            <a:ext cx="5626100" cy="4757152"/>
          </a:xfrm>
          <a:prstGeom prst="roundRect">
            <a:avLst>
              <a:gd name="adj" fmla="val 29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Treinamentos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5B48B4D-24F1-19B3-F294-24B6698A6C48}"/>
              </a:ext>
            </a:extLst>
          </p:cNvPr>
          <p:cNvSpPr/>
          <p:nvPr/>
        </p:nvSpPr>
        <p:spPr>
          <a:xfrm>
            <a:off x="12014199" y="4524663"/>
            <a:ext cx="5109370" cy="2048470"/>
          </a:xfrm>
          <a:prstGeom prst="roundRect">
            <a:avLst>
              <a:gd name="adj" fmla="val 1945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b="1" dirty="0">
                <a:solidFill>
                  <a:schemeClr val="tx1">
                    <a:lumMod val="50000"/>
                  </a:schemeClr>
                </a:solidFill>
              </a:rPr>
              <a:t>Certificados oficiais (6)</a:t>
            </a:r>
          </a:p>
          <a:p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Azure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Microsoft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Certified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Azure Fundamentals, Microsoft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Certiified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Azure Administrator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Associate</a:t>
            </a:r>
            <a:br>
              <a:rPr lang="pt-BR" sz="1400" dirty="0">
                <a:solidFill>
                  <a:schemeClr val="tx1">
                    <a:lumMod val="50000"/>
                  </a:schemeClr>
                </a:solidFill>
              </a:rPr>
            </a:b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AWS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AWS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Certified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Cloud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Practitioner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AWS </a:t>
            </a:r>
            <a:r>
              <a:rPr lang="pt-BR" sz="1400" dirty="0" err="1">
                <a:solidFill>
                  <a:schemeClr val="tx1">
                    <a:lumMod val="50000"/>
                  </a:schemeClr>
                </a:solidFill>
              </a:rPr>
              <a:t>Certified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Solutions Architect</a:t>
            </a:r>
          </a:p>
          <a:p>
            <a:br>
              <a:rPr lang="pt-BR" sz="14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Outras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 ITIL v3 Foundation, ISO/IEC 20.000 </a:t>
            </a:r>
          </a:p>
          <a:p>
            <a:endParaRPr lang="pt-BR" sz="1050" dirty="0">
              <a:solidFill>
                <a:schemeClr val="tx1">
                  <a:lumMod val="50000"/>
                </a:schemeClr>
              </a:solidFill>
            </a:endParaRPr>
          </a:p>
          <a:p>
            <a:endParaRPr lang="pt-BR" sz="1050" dirty="0">
              <a:solidFill>
                <a:schemeClr val="tx1">
                  <a:lumMod val="50000"/>
                </a:schemeClr>
              </a:solidFill>
            </a:endParaRPr>
          </a:p>
          <a:p>
            <a:endParaRPr lang="pt-BR" sz="105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1DC6A90-F952-EBD8-8B8D-B618310D05D4}"/>
              </a:ext>
            </a:extLst>
          </p:cNvPr>
          <p:cNvSpPr/>
          <p:nvPr/>
        </p:nvSpPr>
        <p:spPr>
          <a:xfrm>
            <a:off x="11993165" y="6667439"/>
            <a:ext cx="5109369" cy="1863438"/>
          </a:xfrm>
          <a:prstGeom prst="roundRect">
            <a:avLst>
              <a:gd name="adj" fmla="val 1945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b="1" dirty="0">
                <a:solidFill>
                  <a:schemeClr val="tx1">
                    <a:lumMod val="50000"/>
                  </a:schemeClr>
                </a:solidFill>
              </a:rPr>
              <a:t>Graduação (1)</a:t>
            </a:r>
          </a:p>
          <a:p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</a:rPr>
              <a:t>Redes de Computadores (2019) </a:t>
            </a:r>
          </a:p>
          <a:p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520723"/>
      </p:ext>
    </p:extLst>
  </p:cSld>
  <p:clrMapOvr>
    <a:masterClrMapping/>
  </p:clrMapOvr>
</p:sld>
</file>

<file path=ppt/theme/theme1.xml><?xml version="1.0" encoding="utf-8"?>
<a:theme xmlns:a="http://schemas.openxmlformats.org/drawingml/2006/main" name="Bradesco | INST">
  <a:themeElements>
    <a:clrScheme name="Personalizar 1">
      <a:dk1>
        <a:srgbClr val="6D6E71"/>
      </a:dk1>
      <a:lt1>
        <a:srgbClr val="FFFFFF"/>
      </a:lt1>
      <a:dk2>
        <a:srgbClr val="6D6E71"/>
      </a:dk2>
      <a:lt2>
        <a:srgbClr val="FFFFFF"/>
      </a:lt2>
      <a:accent1>
        <a:srgbClr val="CC092F"/>
      </a:accent1>
      <a:accent2>
        <a:srgbClr val="B81570"/>
      </a:accent2>
      <a:accent3>
        <a:srgbClr val="333B8F"/>
      </a:accent3>
      <a:accent4>
        <a:srgbClr val="9D0D20"/>
      </a:accent4>
      <a:accent5>
        <a:srgbClr val="BEBEBE"/>
      </a:accent5>
      <a:accent6>
        <a:srgbClr val="7E7E7E"/>
      </a:accent6>
      <a:hlink>
        <a:srgbClr val="3F3F3F"/>
      </a:hlink>
      <a:folHlink>
        <a:srgbClr val="3F3F3F"/>
      </a:folHlink>
    </a:clrScheme>
    <a:fontScheme name="Bradesco">
      <a:majorFont>
        <a:latin typeface="Bradesco Sans"/>
        <a:ea typeface=""/>
        <a:cs typeface=""/>
      </a:majorFont>
      <a:minorFont>
        <a:latin typeface="Bradesc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TITUCIONAL_CAPA_TRANSICAO_CONTEUDO_MOD_1" id="{039BDCAA-0E85-4849-B459-F27CB4E3B84D}" vid="{97B2DB3B-1C74-C74E-8543-CC93FEC763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AC968987CBF34BAA797A29478BDA7F" ma:contentTypeVersion="0" ma:contentTypeDescription="Crie um novo documento." ma:contentTypeScope="" ma:versionID="74db62bab828554b8a84b9c20976fa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02D220-AED7-490E-93E6-EEF0944576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EF4F9A-046F-42DB-AC50-E793A75BA0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71224FF-AB72-427C-A32B-322A49E8CF84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2a744d47-054c-4a5b-a8cc-ce8d6aa1d270}" enabled="1" method="Privileged" siteId="{ccd25372-eb59-436a-ad74-78a49d784c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3589</TotalTime>
  <Words>330</Words>
  <Application>Microsoft Office PowerPoint</Application>
  <PresentationFormat>Personalizar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Bradesco Sans</vt:lpstr>
      <vt:lpstr>Calibri</vt:lpstr>
      <vt:lpstr>Segoe UI</vt:lpstr>
      <vt:lpstr>Bradesco | INST</vt:lpstr>
      <vt:lpstr>Apresentação do PowerPoint</vt:lpstr>
      <vt:lpstr>Apresentação do PowerPoint</vt:lpstr>
    </vt:vector>
  </TitlesOfParts>
  <Manager/>
  <Company>Banco Bradesco S.A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ERIC AKIRA BARBOSA SHIMIZU</dc:creator>
  <cp:keywords/>
  <dc:description/>
  <cp:lastModifiedBy>FELIPE GOMIDE DA SILVA MELLO</cp:lastModifiedBy>
  <cp:revision>18</cp:revision>
  <dcterms:created xsi:type="dcterms:W3CDTF">2023-06-19T23:04:48Z</dcterms:created>
  <dcterms:modified xsi:type="dcterms:W3CDTF">2026-10-20T14:19:59Z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744d47-054c-4a5b-a8cc-ce8d6aa1d270_Enabled">
    <vt:lpwstr>true</vt:lpwstr>
  </property>
  <property fmtid="{D5CDD505-2E9C-101B-9397-08002B2CF9AE}" pid="3" name="MSIP_Label_2a744d47-054c-4a5b-a8cc-ce8d6aa1d270_SetDate">
    <vt:lpwstr>2022-02-16T11:57:06Z</vt:lpwstr>
  </property>
  <property fmtid="{D5CDD505-2E9C-101B-9397-08002B2CF9AE}" pid="4" name="MSIP_Label_2a744d47-054c-4a5b-a8cc-ce8d6aa1d270_Method">
    <vt:lpwstr>Privileged</vt:lpwstr>
  </property>
  <property fmtid="{D5CDD505-2E9C-101B-9397-08002B2CF9AE}" pid="5" name="MSIP_Label_2a744d47-054c-4a5b-a8cc-ce8d6aa1d270_Name">
    <vt:lpwstr>2a744d47-054c-4a5b-a8cc-ce8d6aa1d270</vt:lpwstr>
  </property>
  <property fmtid="{D5CDD505-2E9C-101B-9397-08002B2CF9AE}" pid="6" name="MSIP_Label_2a744d47-054c-4a5b-a8cc-ce8d6aa1d270_SiteId">
    <vt:lpwstr>ccd25372-eb59-436a-ad74-78a49d784cf3</vt:lpwstr>
  </property>
  <property fmtid="{D5CDD505-2E9C-101B-9397-08002B2CF9AE}" pid="7" name="MSIP_Label_2a744d47-054c-4a5b-a8cc-ce8d6aa1d270_ActionId">
    <vt:lpwstr>971fef28-8579-4137-93a0-7f4b51308a3b</vt:lpwstr>
  </property>
  <property fmtid="{D5CDD505-2E9C-101B-9397-08002B2CF9AE}" pid="8" name="MSIP_Label_2a744d47-054c-4a5b-a8cc-ce8d6aa1d270_ContentBits">
    <vt:lpwstr>0</vt:lpwstr>
  </property>
  <property fmtid="{D5CDD505-2E9C-101B-9397-08002B2CF9AE}" pid="9" name="ContentTypeId">
    <vt:lpwstr>0x0101004AAC968987CBF34BAA797A29478BDA7F</vt:lpwstr>
  </property>
</Properties>
</file>